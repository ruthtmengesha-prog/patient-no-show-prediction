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3"/>
  </p:normalViewPr>
  <p:slideViewPr>
    <p:cSldViewPr snapToGrid="0">
      <p:cViewPr varScale="1">
        <p:scale>
          <a:sx n="118" d="100"/>
          <a:sy n="118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31E4-7D6A-1637-3A8C-E9B57D3B3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136681-1FB9-6762-A67E-837F7F1E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09896-30E7-4188-E319-36398B698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AE04-2F00-7943-8605-45F73519BC77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37770-56C7-C9CF-9256-269E2A52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2811C-FBF8-0911-5348-FBF56781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E641-9C72-AD40-9F6D-0A2B6B9B9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93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6C0E9-8FE2-9C38-2965-41656E7D4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4D891-2F2B-4CA6-BB01-A0024BEE5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0C319-EA5C-12CC-8FA3-311DEEC7D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AE04-2F00-7943-8605-45F73519BC77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B5730-6B3A-357C-7CD3-203CB17C3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A3281-8F91-4BCB-16ED-BDCBF613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E641-9C72-AD40-9F6D-0A2B6B9B9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18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54DF5-81DC-03CD-5DD4-407D755A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DE25A-644D-37DE-F9D1-08B4746D0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B424B-C102-5AFC-91DF-5395D71A7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AE04-2F00-7943-8605-45F73519BC77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7F435-5BDC-5EA7-B3EF-338B6915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D8D8B-FACE-40E1-70B7-11F117AE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E641-9C72-AD40-9F6D-0A2B6B9B9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200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04F90-44E5-4029-AF52-A9D75EA52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2DE53-B8D6-928F-A84F-0989254BD4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85013-BC19-AC31-4B9E-BE77ADADD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C10B7-D671-E670-5B52-5A760331E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AE04-2F00-7943-8605-45F73519BC77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15B05-DDBE-DFF5-87C0-C7EBCDB9F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0438F-4F45-FC77-46BD-C10A4C21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E641-9C72-AD40-9F6D-0A2B6B9B9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0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19234-743C-CF69-228F-9AE223FCF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AAFF7-46A9-F773-6042-9D685CD6E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AE992-D635-07AF-F306-A30DB6AEE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129CB-BB41-89ED-9A72-A7DB23484E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4CD11C-7CF7-CE25-BE0E-E6F2A70D0B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0D201D-D5E1-507D-2FC4-78BC4E282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AE04-2F00-7943-8605-45F73519BC77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3C62C4-5C9A-22DD-9DE2-0830A3CA8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0DB543-16DA-9614-169B-F77E85538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E641-9C72-AD40-9F6D-0A2B6B9B9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237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386F2-74C1-F554-DF36-4F7EA5A5A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0795E3-DA2E-6856-2EC8-8C3FF0A35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AE04-2F00-7943-8605-45F73519BC77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C64CD-06B3-5975-032D-56AC434DA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D97408-08D3-4D47-F6A2-8D003F3FD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E641-9C72-AD40-9F6D-0A2B6B9B9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285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1054F-01FC-240E-C6E6-4BB540B80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AE04-2F00-7943-8605-45F73519BC77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A80AF7-37BF-3FF6-90A8-2D825378C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DF155-9F00-35BE-0B72-22E17502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E641-9C72-AD40-9F6D-0A2B6B9B9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43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50D05-BD72-2FB7-A773-D3442685A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7630B-8181-A75C-F169-F1CA1A935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09B86-A31D-9F0B-170D-7129BD038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E70DA-3DB4-39AB-3975-EE12F75B0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AE04-2F00-7943-8605-45F73519BC77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56602-B7B4-662B-8733-97EBA55F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CCB54-2005-4C3D-C6D7-2D41B855D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E641-9C72-AD40-9F6D-0A2B6B9B9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91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7F88-6E5F-5306-2088-E59C6B582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E2D307-F2E2-416A-518B-4210FC295F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08DCA-F807-D5B0-8FA6-7D268FFC9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CC3E9-1675-4285-8C97-DCD95E77E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AE04-2F00-7943-8605-45F73519BC77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4FEBA-AF79-6CF6-4DDB-EE5F47F1E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D877B-322D-C3D5-2E52-416BBB3EE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E641-9C72-AD40-9F6D-0A2B6B9B9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19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A1176-C5FB-0177-B7F3-68562EA26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E30C8C-DBB0-A3A0-60D5-FB070B2B7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181DC-A74E-080E-416D-58D82181F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AE04-2F00-7943-8605-45F73519BC77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F0572-2A4C-F0D0-7AA5-0BEACC18D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C47B8-6122-010F-F495-55C5F5CC2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E641-9C72-AD40-9F6D-0A2B6B9B9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310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933221-3BCC-B020-6C29-13E27453A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07A295-0E3F-2FA1-5C79-92EB1C91A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525E1-E032-838F-B257-C0DDCBD4A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AE04-2F00-7943-8605-45F73519BC77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73D4A-D01B-0EBD-FC44-5A8DA5051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48ADA-6E61-9614-027D-39A97BB48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E641-9C72-AD40-9F6D-0A2B6B9B9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29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9774C4-B015-2BB8-779A-7B377827B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05636-8D55-11F1-5CB1-6FE4FC8D8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2C4DA-BBAB-E396-B69D-2144DF8A63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30AE04-2F00-7943-8605-45F73519BC77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15A8D-E0D9-FBCE-D2B6-E93B41077B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09E5A-4CA2-9818-1B5E-9EEAEC3AE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9EE641-9C72-AD40-9F6D-0A2B6B9B9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00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80A24-E0FC-195C-578A-4BE3012DB6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072AE3-2EB2-849B-356D-9D51798BA9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A61B10-9F8C-32F8-ADE9-81B761347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2494"/>
            <a:ext cx="12192001" cy="693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968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Ruth T Mengesha</dc:creator>
  <cp:lastModifiedBy>Ruth T Mengesha</cp:lastModifiedBy>
  <cp:revision>1</cp:revision>
  <dcterms:created xsi:type="dcterms:W3CDTF">2026-05-06T00:30:18Z</dcterms:created>
  <dcterms:modified xsi:type="dcterms:W3CDTF">2026-05-06T00:31:01Z</dcterms:modified>
</cp:coreProperties>
</file>